
<file path=[Content_Types].xml><?xml version="1.0" encoding="utf-8"?>
<Types xmlns="http://schemas.openxmlformats.org/package/2006/content-types">
  <Default Extension="jpe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557" autoAdjust="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D4BF0-C808-4D7A-91B1-29CE7BF29E23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14E2C-458B-4BB0-9510-FBF6910A03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8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14E2C-458B-4BB0-9510-FBF6910A03F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49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4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64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35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5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679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906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41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61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21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37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2374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60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5961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578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49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90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181FF-0781-4B7B-BA57-C69203679DD2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20DB133-9689-4C12-A33D-1215CA60EF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92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F2AB3C-6782-17C4-28D9-2644D2DB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689" y="428264"/>
            <a:ext cx="5997174" cy="838833"/>
          </a:xfrm>
        </p:spPr>
        <p:txBody>
          <a:bodyPr/>
          <a:lstStyle/>
          <a:p>
            <a:br>
              <a:rPr lang="en-US" u="sng" dirty="0">
                <a:solidFill>
                  <a:schemeClr val="tx1"/>
                </a:solidFill>
              </a:rPr>
            </a:b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i="1" u="sng" dirty="0">
                <a:solidFill>
                  <a:schemeClr val="tx1"/>
                </a:solidFill>
              </a:rPr>
              <a:t>PRESENTED</a:t>
            </a:r>
            <a:r>
              <a:rPr lang="en-US" u="sng" dirty="0">
                <a:solidFill>
                  <a:schemeClr val="tx1"/>
                </a:solidFill>
              </a:rPr>
              <a:t> BY;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AA64B-3B1D-852C-F0CE-0B12740EE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7577" y="2752891"/>
            <a:ext cx="2117699" cy="83883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5400" u="sng" dirty="0">
                <a:solidFill>
                  <a:schemeClr val="tx1"/>
                </a:solidFill>
              </a:rPr>
              <a:t>TOPIC;</a:t>
            </a:r>
          </a:p>
          <a:p>
            <a:pPr algn="l"/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CE219-262A-D7FE-973E-B128971083E3}"/>
              </a:ext>
            </a:extLst>
          </p:cNvPr>
          <p:cNvSpPr txBox="1"/>
          <p:nvPr/>
        </p:nvSpPr>
        <p:spPr>
          <a:xfrm>
            <a:off x="3943351" y="1829561"/>
            <a:ext cx="5909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u="sng" dirty="0"/>
              <a:t>ALISHBA.M.FAISAL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03367-76B3-1E51-0011-BF126F094382}"/>
              </a:ext>
            </a:extLst>
          </p:cNvPr>
          <p:cNvSpPr txBox="1"/>
          <p:nvPr/>
        </p:nvSpPr>
        <p:spPr>
          <a:xfrm>
            <a:off x="3543300" y="3429000"/>
            <a:ext cx="6539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u="sng" dirty="0"/>
              <a:t>SELF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4785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kids holding a board&#10;&#10;AI-generated content may be incorrect.">
            <a:extLst>
              <a:ext uri="{FF2B5EF4-FFF2-40B4-BE49-F238E27FC236}">
                <a16:creationId xmlns:a16="http://schemas.microsoft.com/office/drawing/2014/main" id="{62F21FEA-54FB-0FD9-FF70-159F7DE8E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628650"/>
            <a:ext cx="810768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235-0BF7-804E-1144-E17B9BCBC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021" y="811530"/>
            <a:ext cx="7509510" cy="845820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INTRODUCTION;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EE5135-1D07-0420-BC5B-306D7C0C0D90}"/>
              </a:ext>
            </a:extLst>
          </p:cNvPr>
          <p:cNvSpPr/>
          <p:nvPr/>
        </p:nvSpPr>
        <p:spPr>
          <a:xfrm>
            <a:off x="1303022" y="2272937"/>
            <a:ext cx="7971608" cy="2547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b="1" u="sng" dirty="0">
                <a:solidFill>
                  <a:schemeClr val="tx1"/>
                </a:solidFill>
              </a:rPr>
              <a:t>Hello everyone   </a:t>
            </a:r>
          </a:p>
          <a:p>
            <a:r>
              <a:rPr lang="en-US" sz="3200" b="1" i="1" dirty="0">
                <a:solidFill>
                  <a:schemeClr val="tx1"/>
                </a:solidFill>
              </a:rPr>
              <a:t>My Name is ALISHBA.M.FAISAL.I am from Karachi and currently study in 12</a:t>
            </a:r>
            <a:r>
              <a:rPr lang="en-US" sz="3200" b="1" i="1" baseline="30000" dirty="0">
                <a:solidFill>
                  <a:schemeClr val="tx1"/>
                </a:solidFill>
              </a:rPr>
              <a:t>th</a:t>
            </a:r>
            <a:r>
              <a:rPr lang="en-US" sz="3200" b="1" i="1" dirty="0">
                <a:solidFill>
                  <a:schemeClr val="tx1"/>
                </a:solidFill>
              </a:rPr>
              <a:t> grade in medical field. Today I am discuss my Self Introduction</a:t>
            </a:r>
            <a:r>
              <a:rPr lang="en-US" b="1" i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686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9B36D28-55DD-2941-9A54-8755705FB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662" y="600892"/>
            <a:ext cx="7297783" cy="696686"/>
          </a:xfrm>
        </p:spPr>
        <p:txBody>
          <a:bodyPr/>
          <a:lstStyle/>
          <a:p>
            <a:r>
              <a:rPr lang="en-US" u="sng" dirty="0">
                <a:solidFill>
                  <a:schemeClr val="tx1"/>
                </a:solidFill>
              </a:rPr>
              <a:t>PERSONALITY TRAITS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A2096-FBDA-F4F9-EDB3-244AD60217AF}"/>
              </a:ext>
            </a:extLst>
          </p:cNvPr>
          <p:cNvSpPr txBox="1"/>
          <p:nvPr/>
        </p:nvSpPr>
        <p:spPr>
          <a:xfrm>
            <a:off x="1675051" y="1675051"/>
            <a:ext cx="42564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CURIOUS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FRIENDLY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HARDWORKER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CONFIDENT AND INDEPENDENCE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PATIENCE</a:t>
            </a:r>
          </a:p>
        </p:txBody>
      </p:sp>
      <p:pic>
        <p:nvPicPr>
          <p:cNvPr id="12" name="Picture 11" descr="A group of women with different colored shapes&#10;&#10;AI-generated content may be incorrect.">
            <a:extLst>
              <a:ext uri="{FF2B5EF4-FFF2-40B4-BE49-F238E27FC236}">
                <a16:creationId xmlns:a16="http://schemas.microsoft.com/office/drawing/2014/main" id="{753E88A7-92BA-92E3-CB9A-7F7909E21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757" y="3301466"/>
            <a:ext cx="8169965" cy="25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13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D1E21C-5A1F-7F7C-8985-E124B7B22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442"/>
            <a:ext cx="8596668" cy="998621"/>
          </a:xfrm>
        </p:spPr>
        <p:txBody>
          <a:bodyPr>
            <a:normAutofit/>
          </a:bodyPr>
          <a:lstStyle/>
          <a:p>
            <a:r>
              <a:rPr lang="en-US" sz="5400" i="1" u="sng" dirty="0"/>
              <a:t>HOBBIES AND INTERESTS;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A9F261-8079-5FCA-90F0-66AFC674DEE7}"/>
              </a:ext>
            </a:extLst>
          </p:cNvPr>
          <p:cNvSpPr/>
          <p:nvPr/>
        </p:nvSpPr>
        <p:spPr>
          <a:xfrm>
            <a:off x="677334" y="1328785"/>
            <a:ext cx="8229600" cy="232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200" b="1" i="1" dirty="0">
                <a:solidFill>
                  <a:schemeClr val="tx1"/>
                </a:solidFill>
              </a:rPr>
              <a:t>In my free time, I like to watch mobile phone and listening music and apply henna. learning and exploring new things and ideas.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3" name="Picture 12" descr="A group of objects in a circle&#10;&#10;AI-generated content may be incorrect.">
            <a:extLst>
              <a:ext uri="{FF2B5EF4-FFF2-40B4-BE49-F238E27FC236}">
                <a16:creationId xmlns:a16="http://schemas.microsoft.com/office/drawing/2014/main" id="{DBC130A8-FEE8-B879-33F1-E18C230D0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57" y="3649469"/>
            <a:ext cx="9466698" cy="253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4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76495AF-5E1A-D043-35AC-6C1AB5C82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344" y="-862099"/>
            <a:ext cx="9686228" cy="2572367"/>
          </a:xfrm>
        </p:spPr>
        <p:txBody>
          <a:bodyPr/>
          <a:lstStyle/>
          <a:p>
            <a:r>
              <a:rPr lang="en-US" i="1" u="sng" dirty="0">
                <a:solidFill>
                  <a:schemeClr val="tx1"/>
                </a:solidFill>
              </a:rPr>
              <a:t>PERSONALITY ACHIEVEMENTS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4B30E-DB19-E5F1-5A31-980C11DDD9FA}"/>
              </a:ext>
            </a:extLst>
          </p:cNvPr>
          <p:cNvSpPr/>
          <p:nvPr/>
        </p:nvSpPr>
        <p:spPr>
          <a:xfrm>
            <a:off x="1639956" y="1895374"/>
            <a:ext cx="7861853" cy="29946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i="1" dirty="0">
                <a:solidFill>
                  <a:schemeClr val="tx1"/>
                </a:solidFill>
              </a:rPr>
              <a:t>My personal achievements is that I have improved my English speaking and also got 1st position in English speech. I improved my  confidence by speaking in front of people and also stayed positive even in difficult time.</a:t>
            </a:r>
          </a:p>
        </p:txBody>
      </p:sp>
      <p:pic>
        <p:nvPicPr>
          <p:cNvPr id="15" name="Picture 14" descr="A person standing on a trophy&#10;&#10;AI-generated content may be incorrect.">
            <a:extLst>
              <a:ext uri="{FF2B5EF4-FFF2-40B4-BE49-F238E27FC236}">
                <a16:creationId xmlns:a16="http://schemas.microsoft.com/office/drawing/2014/main" id="{EF192FE4-FB0B-1875-B783-256EB44BD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955" y="4962626"/>
            <a:ext cx="7971183" cy="198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4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2A51-D99B-1841-0133-2095A1431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675" y="540775"/>
            <a:ext cx="10499074" cy="968536"/>
          </a:xfrm>
        </p:spPr>
        <p:txBody>
          <a:bodyPr/>
          <a:lstStyle/>
          <a:p>
            <a:pPr algn="l"/>
            <a:r>
              <a:rPr lang="en-US" i="1" u="sng" dirty="0">
                <a:solidFill>
                  <a:schemeClr val="tx1"/>
                </a:solidFill>
              </a:rPr>
              <a:t>SKILLS LEARNED IN THIS COURSE</a:t>
            </a:r>
            <a:r>
              <a:rPr lang="en-US" b="1" i="1" u="sng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1E549B-418C-D6AE-B1F6-DCD5710A6C01}"/>
              </a:ext>
            </a:extLst>
          </p:cNvPr>
          <p:cNvSpPr/>
          <p:nvPr/>
        </p:nvSpPr>
        <p:spPr>
          <a:xfrm>
            <a:off x="771182" y="1630496"/>
            <a:ext cx="7271131" cy="4494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IN THIS COURSE I HAVE LEARNED IMPORTANT COMPUTER SKILL;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z="3200" b="1" dirty="0">
                <a:solidFill>
                  <a:schemeClr val="tx1"/>
                </a:solidFill>
              </a:rPr>
              <a:t>I learned basic use of computer.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z="3200" b="1" dirty="0">
                <a:solidFill>
                  <a:schemeClr val="tx1"/>
                </a:solidFill>
              </a:rPr>
              <a:t>I can use MS WORD for typing and making documents.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z="3200" b="1" dirty="0">
                <a:solidFill>
                  <a:schemeClr val="tx1"/>
                </a:solidFill>
              </a:rPr>
              <a:t>I can use MS EXCEL for simple calculations and tables.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z="3200" b="1" dirty="0">
                <a:solidFill>
                  <a:schemeClr val="tx1"/>
                </a:solidFill>
              </a:rPr>
              <a:t>I can make presentations in MS POWERPOINT.</a:t>
            </a:r>
          </a:p>
        </p:txBody>
      </p:sp>
    </p:spTree>
    <p:extLst>
      <p:ext uri="{BB962C8B-B14F-4D97-AF65-F5344CB8AC3E}">
        <p14:creationId xmlns:p14="http://schemas.microsoft.com/office/powerpoint/2010/main" val="2510446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C654-CF92-CF99-214D-8BDC5FCE9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7079" y="0"/>
            <a:ext cx="5713130" cy="1021277"/>
          </a:xfrm>
        </p:spPr>
        <p:txBody>
          <a:bodyPr/>
          <a:lstStyle/>
          <a:p>
            <a:r>
              <a:rPr lang="en-US" u="sng" dirty="0">
                <a:solidFill>
                  <a:schemeClr val="tx1"/>
                </a:solidFill>
              </a:rPr>
              <a:t>FAVORITE TOPIC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782DD3-1931-FA1F-A422-2881796C4588}"/>
              </a:ext>
            </a:extLst>
          </p:cNvPr>
          <p:cNvSpPr/>
          <p:nvPr/>
        </p:nvSpPr>
        <p:spPr>
          <a:xfrm>
            <a:off x="1056902" y="1395664"/>
            <a:ext cx="8460078" cy="52443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just">
              <a:buFont typeface="Wingdings" panose="05000000000000000000" pitchFamily="2" charset="2"/>
              <a:buChar char="§"/>
            </a:pPr>
            <a:r>
              <a:rPr lang="en-US" sz="3200" b="1" i="1" dirty="0">
                <a:solidFill>
                  <a:schemeClr val="tx1"/>
                </a:solidFill>
              </a:rPr>
              <a:t>My Favorite topic is MS POWERPOINT.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r>
              <a:rPr lang="en-US" sz="3200" b="1" i="1" dirty="0">
                <a:solidFill>
                  <a:schemeClr val="tx1"/>
                </a:solidFill>
              </a:rPr>
              <a:t>I like it because I can make slides and show ideas in creative way.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i="1" dirty="0">
                <a:solidFill>
                  <a:schemeClr val="tx1"/>
                </a:solidFill>
              </a:rPr>
              <a:t>I adding pictures designs and animation to my slides.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r>
              <a:rPr lang="en-US" sz="3200" b="1" i="1" dirty="0">
                <a:solidFill>
                  <a:schemeClr val="tx1"/>
                </a:solidFill>
              </a:rPr>
              <a:t>PowerPoint improve my  confidence when I speak in front of people.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r>
              <a:rPr lang="en-US" sz="3200" b="1" i="1" dirty="0">
                <a:solidFill>
                  <a:schemeClr val="tx1"/>
                </a:solidFill>
              </a:rPr>
              <a:t>In the future, I want to learn more advanced designs and tools in Power Point.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endParaRPr lang="en-US" sz="32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40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AA0A01-BCFA-564C-FC03-E5FCCDAF8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479" y="-603811"/>
            <a:ext cx="6708092" cy="1543583"/>
          </a:xfrm>
        </p:spPr>
        <p:txBody>
          <a:bodyPr/>
          <a:lstStyle/>
          <a:p>
            <a:r>
              <a:rPr lang="en-US" i="1" u="sng" dirty="0">
                <a:solidFill>
                  <a:schemeClr val="tx1"/>
                </a:solidFill>
              </a:rPr>
              <a:t>STRENGTH 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CC1A4A-82EA-A81C-0D22-2AE8F67492DE}"/>
              </a:ext>
            </a:extLst>
          </p:cNvPr>
          <p:cNvSpPr/>
          <p:nvPr/>
        </p:nvSpPr>
        <p:spPr>
          <a:xfrm>
            <a:off x="1156766" y="1046988"/>
            <a:ext cx="8805381" cy="2209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tx1"/>
                </a:solidFill>
              </a:rPr>
              <a:t>My Strength is I am hardworking. I like to learns new things and I have patience and don’t give up easily</a:t>
            </a:r>
            <a:r>
              <a:rPr lang="en-US" sz="32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7" name="Picture 6" descr="A silhouette of a person with a sign&#10;&#10;AI-generated content may be incorrect.">
            <a:extLst>
              <a:ext uri="{FF2B5EF4-FFF2-40B4-BE49-F238E27FC236}">
                <a16:creationId xmlns:a16="http://schemas.microsoft.com/office/drawing/2014/main" id="{B6AA9C95-6F0E-F218-F9BF-CD51AB7AD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766" y="3601454"/>
            <a:ext cx="8805381" cy="297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21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F93391-5460-A74B-B08A-589D3EBD78B6}"/>
              </a:ext>
            </a:extLst>
          </p:cNvPr>
          <p:cNvSpPr/>
          <p:nvPr/>
        </p:nvSpPr>
        <p:spPr>
          <a:xfrm>
            <a:off x="1364344" y="1190171"/>
            <a:ext cx="8171542" cy="2238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tx1"/>
                </a:solidFill>
              </a:rPr>
              <a:t>My Weakness is that I feel nervous in public speaking and  overthink small mistakes and </a:t>
            </a:r>
            <a:r>
              <a:rPr lang="en-US" sz="3200" b="1" i="1" dirty="0" err="1">
                <a:solidFill>
                  <a:schemeClr val="tx1"/>
                </a:solidFill>
              </a:rPr>
              <a:t>i</a:t>
            </a:r>
            <a:r>
              <a:rPr lang="en-US" sz="3200" b="1" i="1" dirty="0">
                <a:solidFill>
                  <a:schemeClr val="tx1"/>
                </a:solidFill>
              </a:rPr>
              <a:t> feel shy when meeting new people.</a:t>
            </a:r>
          </a:p>
        </p:txBody>
      </p:sp>
      <p:pic>
        <p:nvPicPr>
          <p:cNvPr id="3" name="Picture 2" descr="A person sitting at a desk&#10;&#10;AI-generated content may be incorrect.">
            <a:extLst>
              <a:ext uri="{FF2B5EF4-FFF2-40B4-BE49-F238E27FC236}">
                <a16:creationId xmlns:a16="http://schemas.microsoft.com/office/drawing/2014/main" id="{F6BB8FE9-D73D-934B-382C-B0C42C94A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808" y="3744686"/>
            <a:ext cx="7640078" cy="306987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E6E3E82-9563-C210-2373-B870C14BC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-220137" y="290286"/>
            <a:ext cx="7288591" cy="637607"/>
          </a:xfrm>
        </p:spPr>
        <p:txBody>
          <a:bodyPr/>
          <a:lstStyle/>
          <a:p>
            <a:r>
              <a:rPr lang="en-US" i="1" u="sng" dirty="0">
                <a:solidFill>
                  <a:schemeClr val="tx1"/>
                </a:solidFill>
              </a:rPr>
              <a:t>WEAKNESS;</a:t>
            </a:r>
          </a:p>
        </p:txBody>
      </p:sp>
    </p:spTree>
    <p:extLst>
      <p:ext uri="{BB962C8B-B14F-4D97-AF65-F5344CB8AC3E}">
        <p14:creationId xmlns:p14="http://schemas.microsoft.com/office/powerpoint/2010/main" val="4189276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2559-A55A-8C37-83B0-5DD0EA423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191" y="-862012"/>
            <a:ext cx="5600489" cy="2050732"/>
          </a:xfrm>
        </p:spPr>
        <p:txBody>
          <a:bodyPr/>
          <a:lstStyle/>
          <a:p>
            <a:r>
              <a:rPr lang="en-US" i="1" u="sng" dirty="0">
                <a:solidFill>
                  <a:schemeClr val="tx1"/>
                </a:solidFill>
              </a:rPr>
              <a:t>FUTURE GOALS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7F4862-AA07-667F-81A6-7608C16AE0DE}"/>
              </a:ext>
            </a:extLst>
          </p:cNvPr>
          <p:cNvSpPr/>
          <p:nvPr/>
        </p:nvSpPr>
        <p:spPr>
          <a:xfrm>
            <a:off x="537029" y="1306286"/>
            <a:ext cx="9274629" cy="2351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>
                <a:solidFill>
                  <a:schemeClr val="tx1"/>
                </a:solidFill>
              </a:rPr>
              <a:t>My future goal is to become a doctor because doctors have lives and give hopes to patients and I will work hard I my studies to achieve my dreams and In future I want to serve society with honesty and care. </a:t>
            </a:r>
          </a:p>
        </p:txBody>
      </p:sp>
      <p:pic>
        <p:nvPicPr>
          <p:cNvPr id="5" name="Picture 4" descr="A coat and stethoscope on a hook&#10;&#10;AI-generated content may be incorrect.">
            <a:extLst>
              <a:ext uri="{FF2B5EF4-FFF2-40B4-BE49-F238E27FC236}">
                <a16:creationId xmlns:a16="http://schemas.microsoft.com/office/drawing/2014/main" id="{7C7E8BBA-A093-1BB8-330B-1117BF0F6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14" y="3673644"/>
            <a:ext cx="8273145" cy="318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23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E4FD-44C2-BF63-6025-3825308F4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210" y="288918"/>
            <a:ext cx="6869528" cy="648901"/>
          </a:xfrm>
        </p:spPr>
        <p:txBody>
          <a:bodyPr/>
          <a:lstStyle/>
          <a:p>
            <a:r>
              <a:rPr lang="en-US" u="sng" dirty="0">
                <a:solidFill>
                  <a:schemeClr val="tx1"/>
                </a:solidFill>
              </a:rPr>
              <a:t>INSPIRATION;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F10E7-47BF-4019-FEDD-7947865B66B1}"/>
              </a:ext>
            </a:extLst>
          </p:cNvPr>
          <p:cNvSpPr/>
          <p:nvPr/>
        </p:nvSpPr>
        <p:spPr>
          <a:xfrm>
            <a:off x="782124" y="998525"/>
            <a:ext cx="9145647" cy="2430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tx1"/>
                </a:solidFill>
              </a:rPr>
              <a:t>My inspiration is my mother because she always work hard and take care of our family and I learn patience and strength from her and she motivates me to study well achieve my goals.</a:t>
            </a:r>
          </a:p>
        </p:txBody>
      </p:sp>
      <p:pic>
        <p:nvPicPr>
          <p:cNvPr id="5" name="Picture 4" descr="A silhouette of a person holding a baby&#10;&#10;AI-generated content may be incorrect.">
            <a:extLst>
              <a:ext uri="{FF2B5EF4-FFF2-40B4-BE49-F238E27FC236}">
                <a16:creationId xmlns:a16="http://schemas.microsoft.com/office/drawing/2014/main" id="{FB424E9E-8BB5-24DE-7E61-36A95E8AD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913" y="3599543"/>
            <a:ext cx="6539657" cy="296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70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D4FF-9F7B-8DB8-3E38-862F6C3DA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30179" y="1058778"/>
            <a:ext cx="8211480" cy="45719"/>
          </a:xfrm>
        </p:spPr>
        <p:txBody>
          <a:bodyPr/>
          <a:lstStyle/>
          <a:p>
            <a:r>
              <a:rPr lang="en-US" sz="4800" u="sng" dirty="0">
                <a:solidFill>
                  <a:schemeClr val="tx1"/>
                </a:solidFill>
              </a:rPr>
              <a:t>CLOSING</a:t>
            </a:r>
            <a:r>
              <a:rPr lang="en-US" sz="4000" u="sng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204458-2515-138F-4AB3-3E464DB238C9}"/>
              </a:ext>
            </a:extLst>
          </p:cNvPr>
          <p:cNvSpPr/>
          <p:nvPr/>
        </p:nvSpPr>
        <p:spPr>
          <a:xfrm>
            <a:off x="2045367" y="1288973"/>
            <a:ext cx="7396087" cy="3030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solidFill>
                  <a:schemeClr val="tx1"/>
                </a:solidFill>
              </a:rPr>
              <a:t>THAT WAS A SHORT INTRODUCTION ABOUT ME. I HOPE YOU GOT TO KNOW ME BETTER.THANKYOU FOR TIME AND ATTENTION.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378BF-3433-163C-E1FC-6F537062F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5B53E36-E7B3-98FD-A7BE-D0A7A33AC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358" y="4538838"/>
            <a:ext cx="8030096" cy="20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8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artoon character with a sign&#10;&#10;AI-generated content may be incorrect.">
            <a:extLst>
              <a:ext uri="{FF2B5EF4-FFF2-40B4-BE49-F238E27FC236}">
                <a16:creationId xmlns:a16="http://schemas.microsoft.com/office/drawing/2014/main" id="{1C24706A-691F-44CF-D267-33A545668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8" y="59635"/>
            <a:ext cx="8955154" cy="578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9413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363</TotalTime>
  <Words>406</Words>
  <Application>Microsoft Office PowerPoint</Application>
  <PresentationFormat>Widescreen</PresentationFormat>
  <Paragraphs>40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Trebuchet MS</vt:lpstr>
      <vt:lpstr>Wingdings</vt:lpstr>
      <vt:lpstr>Wingdings 3</vt:lpstr>
      <vt:lpstr>Facet</vt:lpstr>
      <vt:lpstr>  PRESENTED BY;</vt:lpstr>
      <vt:lpstr>PowerPoint Presentation</vt:lpstr>
      <vt:lpstr>INTRODUCTION;</vt:lpstr>
      <vt:lpstr>PERSONALITY TRAITS;</vt:lpstr>
      <vt:lpstr>PowerPoint Presentation</vt:lpstr>
      <vt:lpstr>PERSONALITY ACHIEVEMENTS;</vt:lpstr>
      <vt:lpstr>SKILLS LEARNED IN THIS COURSE;</vt:lpstr>
      <vt:lpstr>FAVORITE TOPIC;</vt:lpstr>
      <vt:lpstr>STRENGTH ;</vt:lpstr>
      <vt:lpstr>WEAKNESS;</vt:lpstr>
      <vt:lpstr>FUTURE GOALS;</vt:lpstr>
      <vt:lpstr>INSPIRATION;</vt:lpstr>
      <vt:lpstr>CLOSING;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10</cp:revision>
  <dcterms:created xsi:type="dcterms:W3CDTF">2025-09-23T02:54:34Z</dcterms:created>
  <dcterms:modified xsi:type="dcterms:W3CDTF">2025-09-27T22:39:22Z</dcterms:modified>
</cp:coreProperties>
</file>